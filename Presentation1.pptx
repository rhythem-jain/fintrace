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31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72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3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18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90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22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75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80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091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99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06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57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82586-2AAE-486C-A912-9F81892785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45641-121A-4FDC-9023-7BFDACB46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78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F7631E-B17C-B913-07EE-2DEB44670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23" y="1021359"/>
            <a:ext cx="5879189" cy="3270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7F3BE3-BE6D-61BF-8F37-956747688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8" y="4844195"/>
            <a:ext cx="6087325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9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</cp:revision>
  <dcterms:created xsi:type="dcterms:W3CDTF">2026-01-21T22:08:18Z</dcterms:created>
  <dcterms:modified xsi:type="dcterms:W3CDTF">2026-01-21T22:11:07Z</dcterms:modified>
</cp:coreProperties>
</file>